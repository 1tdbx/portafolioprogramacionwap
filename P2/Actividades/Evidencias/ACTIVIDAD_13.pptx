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3845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0"/>
            <a:ext cx="201168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657600" y="0"/>
            <a:ext cx="1828800" cy="5143500"/>
          </a:xfrm>
          <a:prstGeom prst="triangl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0" y="502920"/>
            <a:ext cx="2286000" cy="18288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77840" y="6858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[LOCK]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5087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0040" y="822960"/>
            <a:ext cx="54864" cy="2011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804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13  ·  CNO IV CIBERSEGURIDAD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20040" y="1143000"/>
            <a:ext cx="4206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</a:t>
            </a:r>
            <a:endParaRPr lang="en-US" sz="5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58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" y="2926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Pentesting de My File Server 1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" y="3520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Israel Martínez Escobedo  ·  UPSLP  ·  Octubre 2026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429000"/>
            <a:ext cx="3200400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932688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38912" y="210312"/>
            <a:ext cx="795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475488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 hizo y por qué?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28346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50800" dir="2700000" algn="bl" rotWithShape="0">
              <a:srgbClr val="CCCCCC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572768"/>
            <a:ext cx="283464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719072"/>
            <a:ext cx="566928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1719072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[!]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11480" y="23134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" y="2697480"/>
            <a:ext cx="25603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el nivel de exposición del servidor de archivos vulnerable My File Server 1 simulando un ataque real de Red Team en entorno académico controlado.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572768"/>
            <a:ext cx="28346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50800" dir="2700000" algn="bl" rotWithShape="0">
              <a:srgbClr val="CCCCCC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572768"/>
            <a:ext cx="283464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1719072"/>
            <a:ext cx="566928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83280" y="1719072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[&gt;]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23134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2697480"/>
            <a:ext cx="25603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objetivo: 192.168.100.147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atacante: 192.168.100.117 (Kali Linux)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Modalidad: Caja negra (black box)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Entorno: Red interna / laboratorio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1572768"/>
            <a:ext cx="28346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50800" dir="2700000" algn="bl" rotWithShape="0">
              <a:srgbClr val="CCCCCC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572768"/>
            <a:ext cx="28346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1719072"/>
            <a:ext cx="566928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55080" y="1719072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[*]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23134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POTENCIAL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2697480"/>
            <a:ext cx="25603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total del servidor, robo de datos, instalación de malware, movimiento lateral en red interna. Vector de ataque sin autenticación previa.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179576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38912" y="210312"/>
            <a:ext cx="1042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5303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del Pentest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057400" cy="3429000"/>
          </a:xfrm>
          <a:prstGeom prst="rect">
            <a:avLst/>
          </a:prstGeom>
          <a:solidFill>
            <a:srgbClr val="1F293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71600"/>
            <a:ext cx="2057400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" y="141732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47472" y="21031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2578608"/>
            <a:ext cx="1828800" cy="5486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62432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netdiscover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84048" y="3264408"/>
            <a:ext cx="1828800" cy="5486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31012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-p-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84048" y="3950208"/>
            <a:ext cx="1828800" cy="5486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99592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-A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331720" y="2286000"/>
            <a:ext cx="1554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2487168" y="1371600"/>
            <a:ext cx="2057400" cy="3429000"/>
          </a:xfrm>
          <a:prstGeom prst="rect">
            <a:avLst/>
          </a:prstGeom>
          <a:solidFill>
            <a:srgbClr val="1F293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87168" y="1371600"/>
            <a:ext cx="2057400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560320" y="141732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2560320" y="21031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ENUMERACIÓN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96896" y="2578608"/>
            <a:ext cx="1828800" cy="5486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70048" y="262432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anónimo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596896" y="3264408"/>
            <a:ext cx="1828800" cy="5486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70048" y="331012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smbmap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596896" y="3950208"/>
            <a:ext cx="1828800" cy="5486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670048" y="399592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nikto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44568" y="2286000"/>
            <a:ext cx="1554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4700016" y="1371600"/>
            <a:ext cx="2057400" cy="3429000"/>
          </a:xfrm>
          <a:prstGeom prst="rect">
            <a:avLst/>
          </a:prstGeom>
          <a:solidFill>
            <a:srgbClr val="1F293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0016" y="1371600"/>
            <a:ext cx="2057400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73168" y="141732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4773168" y="21031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EXPLOTACIÓN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9744" y="2578608"/>
            <a:ext cx="1828800" cy="5486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82896" y="262432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key inject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809744" y="3264408"/>
            <a:ext cx="1828800" cy="5486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82896" y="331012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Creds /readme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809744" y="3950208"/>
            <a:ext cx="1828800" cy="5486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882896" y="399592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inicial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6757416" y="2286000"/>
            <a:ext cx="1554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6912864" y="1371600"/>
            <a:ext cx="2057400" cy="3429000"/>
          </a:xfrm>
          <a:prstGeom prst="rect">
            <a:avLst/>
          </a:prstGeom>
          <a:solidFill>
            <a:srgbClr val="1F293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12864" y="1371600"/>
            <a:ext cx="2057400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986016" y="141732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42" name="Text 40"/>
          <p:cNvSpPr txBox="1"/>
          <p:nvPr/>
        </p:nvSpPr>
        <p:spPr>
          <a:xfrm>
            <a:off x="6986016" y="21031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022592" y="2578608"/>
            <a:ext cx="1828800" cy="5486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095744" y="262432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uname -a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7022592" y="3264408"/>
            <a:ext cx="1828800" cy="5486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095744" y="331012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DirtyCow exploit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7022592" y="3950208"/>
            <a:ext cx="1828800" cy="5486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095744" y="399592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root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36576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basada en PTES — Penetration Testing Execution Standard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56032"/>
            <a:ext cx="1508760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38912" y="26517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RIESGO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5943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General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Sistema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8288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26974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 / 10  —  CVSS estimado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315468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es completamente comprometible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menos de 30 minutos sin herramientas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especializadas.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303520" y="4572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8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135331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0" y="1920240"/>
            <a:ext cx="3474720" cy="27432"/>
          </a:xfrm>
          <a:prstGeom prst="rect">
            <a:avLst/>
          </a:prstGeom>
          <a:solidFill>
            <a:srgbClr val="FF6666"/>
          </a:solidFill>
          <a:ln w="12700">
            <a:solidFill>
              <a:srgbClr val="FF66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03520" y="19659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8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286207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explotadas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0" y="3429000"/>
            <a:ext cx="3474720" cy="27432"/>
          </a:xfrm>
          <a:prstGeom prst="rect">
            <a:avLst/>
          </a:prstGeom>
          <a:solidFill>
            <a:srgbClr val="FF6666"/>
          </a:solidFill>
          <a:ln w="12700">
            <a:solidFill>
              <a:srgbClr val="FF666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03520" y="34747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8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437083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requerida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1014984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38912" y="210312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475488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4 Vulnerabilidades Críticas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BBBBBB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17320"/>
            <a:ext cx="164592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545336"/>
            <a:ext cx="777240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0352" y="1545336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389888" y="152704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83794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expuestas en /readme.txt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2221992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web público con usuario "smbuser" y contraseña "rootroot1" en texto claro. Vector de entrada principal.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41732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BBBBBB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417320"/>
            <a:ext cx="164592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65192" y="1545336"/>
            <a:ext cx="777240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65192" y="1545336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5824728" y="152704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965192" y="183794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anónimo con escritura en /pub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965192" y="2221992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anónimo exitoso con permisos drwxrwxrwx. Permitió inyectar clave SSH sin autenticación.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999232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BBBBBB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999232"/>
            <a:ext cx="164592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3127248"/>
            <a:ext cx="777240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0352" y="312724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389888" y="3108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F-03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30352" y="341985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DirtyCow — CVE-2016-5195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" y="3803904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3.10.0-229 (Mar 2015) sin parche. Escalada de privilegios a root en segundos.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2999232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BBBBBB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999232"/>
            <a:ext cx="164592" cy="1508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65192" y="3127248"/>
            <a:ext cx="777240" cy="23774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65192" y="312724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5824728" y="3108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F-04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965192" y="341985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con sesión nula READ/WRITE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965192" y="3803904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 "smbdata" accesible sin credenciales. Expone estructura interna y datos del servidor.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850392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38912" y="210312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5303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CIA — Impacto en el Negocio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8412480" cy="731520"/>
          </a:xfrm>
          <a:prstGeom prst="rect">
            <a:avLst/>
          </a:prstGeom>
          <a:solidFill>
            <a:srgbClr val="1F293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32588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 atacante con conocimientos básicos puede comprometer el sistema completo en &lt; 30 minutos y obtener control total como root."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2148840"/>
            <a:ext cx="2816352" cy="26974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" y="2176272"/>
            <a:ext cx="685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1097280" y="2304288"/>
            <a:ext cx="1828800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23042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COMPROMETIDA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" y="299923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" y="3337560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Credenciales expuestas en texto plano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11480" y="3813048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Archivos internos visibles por SMB anónimo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11480" y="4288536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Datos del sistema revelados vía nmap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64408" y="2148840"/>
            <a:ext cx="2816352" cy="26974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55848" y="2176272"/>
            <a:ext cx="685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4400" dirty="0"/>
          </a:p>
        </p:txBody>
      </p:sp>
      <p:sp>
        <p:nvSpPr>
          <p:cNvPr id="18" name="Shape 16"/>
          <p:cNvSpPr/>
          <p:nvPr/>
        </p:nvSpPr>
        <p:spPr>
          <a:xfrm>
            <a:off x="4041648" y="2304288"/>
            <a:ext cx="1828800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41648" y="23042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COMPROMETIDA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355848" y="299923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355848" y="3337560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Inyección de claves SSH no autorizadas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355848" y="3813048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Root puede modificar cualquier archivo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355848" y="4288536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Sin logs de auditoría activos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08776" y="2148840"/>
            <a:ext cx="2816352" cy="26974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00216" y="2176272"/>
            <a:ext cx="685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4400" dirty="0"/>
          </a:p>
        </p:txBody>
      </p:sp>
      <p:sp>
        <p:nvSpPr>
          <p:cNvPr id="26" name="Shape 24"/>
          <p:cNvSpPr/>
          <p:nvPr/>
        </p:nvSpPr>
        <p:spPr>
          <a:xfrm>
            <a:off x="6986016" y="2304288"/>
            <a:ext cx="1828800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86016" y="23042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RIESGO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300216" y="299923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300216" y="3337560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Control root del servidor de archivos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300216" y="3813048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Posibilidad de eliminar servicios FTP/SMB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300216" y="4288536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Vector para ransomware o DoS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1591056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38912" y="210312"/>
            <a:ext cx="1453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RIESGO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475488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de Vulnerabilidades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6995160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0040" y="1335024"/>
            <a:ext cx="429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335024"/>
            <a:ext cx="3035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1335024"/>
            <a:ext cx="886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335024"/>
            <a:ext cx="612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1335024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1335024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664208"/>
            <a:ext cx="69951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0040" y="1728216"/>
            <a:ext cx="429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F-01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1728216"/>
            <a:ext cx="3035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en /readme.txt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1728216"/>
            <a:ext cx="886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1728216"/>
            <a:ext cx="612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1728216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1728216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2084832"/>
            <a:ext cx="6995160" cy="42062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0040" y="2148840"/>
            <a:ext cx="429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F-02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2148840"/>
            <a:ext cx="3035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anónimo con escritura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3931920" y="2148840"/>
            <a:ext cx="886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892040" y="2148840"/>
            <a:ext cx="612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577840" y="2148840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2148840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2505456"/>
            <a:ext cx="69951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20040" y="2569464"/>
            <a:ext cx="429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F-03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2569464"/>
            <a:ext cx="3035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DirtyCow CVE-2016-5195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3931920" y="2569464"/>
            <a:ext cx="886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892040" y="2569464"/>
            <a:ext cx="612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577840" y="2569464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Alto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446520" y="2569464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" y="2926080"/>
            <a:ext cx="6995160" cy="42062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20040" y="2990088"/>
            <a:ext cx="429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F-04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" y="2990088"/>
            <a:ext cx="3035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null session R/W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3931920" y="2990088"/>
            <a:ext cx="886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4892040" y="2990088"/>
            <a:ext cx="612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5577840" y="2990088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6446520" y="2990088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74320" y="3346704"/>
            <a:ext cx="69951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20040" y="3410712"/>
            <a:ext cx="429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F-05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822960" y="3410712"/>
            <a:ext cx="3035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 expuestas (nmap)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3931920" y="3410712"/>
            <a:ext cx="886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4892040" y="3410712"/>
            <a:ext cx="612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5577840" y="3410712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6446520" y="3410712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74320" y="3767328"/>
            <a:ext cx="6995160" cy="42062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20040" y="3831336"/>
            <a:ext cx="429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F-06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822960" y="3831336"/>
            <a:ext cx="3035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con usuario conocido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3931920" y="3831336"/>
            <a:ext cx="886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4892040" y="3831336"/>
            <a:ext cx="612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5577840" y="3831336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6446520" y="3831336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74320" y="4187952"/>
            <a:ext cx="69951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20040" y="4251960"/>
            <a:ext cx="429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F-07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822960" y="4251960"/>
            <a:ext cx="3035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cabeceras HTTP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3931920" y="4251960"/>
            <a:ext cx="886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4892040" y="4251960"/>
            <a:ext cx="612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5577840" y="4251960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6446520" y="4251960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274320" y="4608576"/>
            <a:ext cx="6995160" cy="42062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320040" y="4672584"/>
            <a:ext cx="429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F-08</a:t>
            </a:r>
            <a:endParaRPr lang="en-US" sz="1050" dirty="0"/>
          </a:p>
        </p:txBody>
      </p:sp>
      <p:sp>
        <p:nvSpPr>
          <p:cNvPr id="65" name="Text 63"/>
          <p:cNvSpPr txBox="1"/>
          <p:nvPr/>
        </p:nvSpPr>
        <p:spPr>
          <a:xfrm>
            <a:off x="822960" y="4672584"/>
            <a:ext cx="3035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TRACE activo</a:t>
            </a:r>
            <a:endParaRPr lang="en-US" sz="1050" dirty="0"/>
          </a:p>
        </p:txBody>
      </p:sp>
      <p:sp>
        <p:nvSpPr>
          <p:cNvPr id="66" name="Text 64"/>
          <p:cNvSpPr txBox="1"/>
          <p:nvPr/>
        </p:nvSpPr>
        <p:spPr>
          <a:xfrm>
            <a:off x="3931920" y="4672584"/>
            <a:ext cx="886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050" dirty="0"/>
          </a:p>
        </p:txBody>
      </p:sp>
      <p:sp>
        <p:nvSpPr>
          <p:cNvPr id="67" name="Text 65"/>
          <p:cNvSpPr txBox="1"/>
          <p:nvPr/>
        </p:nvSpPr>
        <p:spPr>
          <a:xfrm>
            <a:off x="4892040" y="4672584"/>
            <a:ext cx="612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050" dirty="0"/>
          </a:p>
        </p:txBody>
      </p:sp>
      <p:sp>
        <p:nvSpPr>
          <p:cNvPr id="68" name="Text 66"/>
          <p:cNvSpPr txBox="1"/>
          <p:nvPr/>
        </p:nvSpPr>
        <p:spPr>
          <a:xfrm>
            <a:off x="5577840" y="4672584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1050" dirty="0"/>
          </a:p>
        </p:txBody>
      </p:sp>
      <p:sp>
        <p:nvSpPr>
          <p:cNvPr id="69" name="Text 67"/>
          <p:cNvSpPr txBox="1"/>
          <p:nvPr/>
        </p:nvSpPr>
        <p:spPr>
          <a:xfrm>
            <a:off x="6446520" y="4672584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1050" dirty="0"/>
          </a:p>
        </p:txBody>
      </p:sp>
      <p:sp>
        <p:nvSpPr>
          <p:cNvPr id="70" name="Text 68"/>
          <p:cNvSpPr txBox="1"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508760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38912" y="21031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5303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Acción Estratégico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463040" y="1298448"/>
            <a:ext cx="411480" cy="4114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135331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2816352" cy="3063240"/>
          </a:xfrm>
          <a:prstGeom prst="rect">
            <a:avLst/>
          </a:prstGeom>
          <a:solidFill>
            <a:srgbClr val="1F293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938528"/>
            <a:ext cx="13716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193852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!! URGENTE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11480" y="23591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INMEDIATA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779776"/>
            <a:ext cx="2560320" cy="56692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2816352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/readme.txt y rotar credenciales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438144"/>
            <a:ext cx="2560320" cy="56692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3474720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Deshabilitar FTP anónimo completamente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4096512"/>
            <a:ext cx="2560320" cy="56692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4133088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parche de kernel → versión ≥ 4.x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18688" y="1828800"/>
            <a:ext cx="2816352" cy="3063240"/>
          </a:xfrm>
          <a:prstGeom prst="rect">
            <a:avLst/>
          </a:prstGeom>
          <a:solidFill>
            <a:srgbClr val="1F293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55848" y="1938528"/>
            <a:ext cx="137160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55848" y="193852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PRONTO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55848" y="23591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 PLAZO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55848" y="2779776"/>
            <a:ext cx="2560320" cy="56692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47288" y="2816352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SMB con autenticación obligatoria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55848" y="3438144"/>
            <a:ext cx="2560320" cy="56692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47288" y="3474720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Habilitar cabeceras HTTP: CSP, HSTS, X-Frame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55848" y="4096512"/>
            <a:ext cx="2560320" cy="56692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447288" y="4133088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Deshabilitar HTTP TRACE en Apache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63056" y="1828800"/>
            <a:ext cx="2816352" cy="3063240"/>
          </a:xfrm>
          <a:prstGeom prst="rect">
            <a:avLst/>
          </a:prstGeom>
          <a:solidFill>
            <a:srgbClr val="1F293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0216" y="1938528"/>
            <a:ext cx="137160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00216" y="193852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:: PLANEAR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6300216" y="23591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MEDIANO PLAZO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300216" y="2779776"/>
            <a:ext cx="2560320" cy="56692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91656" y="2816352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de accesos FTP/SMB con alertas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00216" y="3438144"/>
            <a:ext cx="2560320" cy="56692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391656" y="3474720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Auditorías trimestrales de vulnerabilidades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00216" y="4096512"/>
            <a:ext cx="2560320" cy="56692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691640" y="1481328"/>
            <a:ext cx="5989320" cy="4572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91656" y="4133088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Capacitación: hardening y gestión de creds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07408" y="1298448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25876" y="136245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51776" y="1298448"/>
            <a:ext cx="411480" cy="4114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54496" y="135331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2-3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850392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38912" y="210312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475488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de Remediación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325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03120" y="1572768"/>
            <a:ext cx="27432" cy="31089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51760" y="1325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2-3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17520" y="1572768"/>
            <a:ext cx="27432" cy="31089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31920" y="1325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1572768"/>
            <a:ext cx="27432" cy="31089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60720" y="1325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572768"/>
            <a:ext cx="27432" cy="31089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0" y="1325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863840" y="1572768"/>
            <a:ext cx="27432" cy="31089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4320" y="1728216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Parche de kernel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783080" y="1728216"/>
            <a:ext cx="992777" cy="3017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828800" y="17465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274320" y="2112264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/readme.txt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783080" y="2112264"/>
            <a:ext cx="595666" cy="3017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828800" y="21305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74320" y="2496312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Deshabilitar FTP anónimo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78746" y="2496312"/>
            <a:ext cx="794222" cy="3017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424466" y="251460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274320" y="288036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SMB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72968" y="2880360"/>
            <a:ext cx="1588443" cy="3017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218688" y="289864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274320" y="326440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Cabeceras HTTP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71523" y="3264408"/>
            <a:ext cx="992777" cy="3017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417243" y="328269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274320" y="3648456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de accesos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61411" y="3648456"/>
            <a:ext cx="1588443" cy="3017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807131" y="366674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274320" y="4032504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post-remediación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46966" y="4032504"/>
            <a:ext cx="992777" cy="3017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792686" y="40507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274320" y="4416552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del equipo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754189" y="4416552"/>
            <a:ext cx="1985554" cy="3017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799909" y="443484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731520"/>
            <a:ext cx="2926080" cy="2926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0" y="6400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78308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</a:t>
            </a:r>
            <a:endParaRPr lang="en-US" sz="18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REMEDIAR</a:t>
            </a:r>
            <a:endParaRPr lang="en-US" sz="18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"/>
            <a:ext cx="1097280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912" y="210312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530352"/>
            <a:ext cx="5486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Veredicto</a:t>
            </a:r>
            <a:endParaRPr lang="en-US" sz="4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Ejecutivo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557784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1938528"/>
            <a:ext cx="384048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" y="1938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1938528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r>
              <a:rPr lang="en-US" sz="1250" dirty="0" err="1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</a:t>
            </a: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CRÍTICAS encadenadas → acceso root sin autenticación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2532888"/>
            <a:ext cx="557784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2596896"/>
            <a:ext cx="384048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8912" y="2596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2596896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causa raíz es configuración insegura, no la sofisticación del ataque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3191256"/>
            <a:ext cx="557784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3255264"/>
            <a:ext cx="384048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38912" y="32552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3255264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Parche de kernel + FTP + credenciales elimina el 80% del riesgo de inmediato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65760" y="3849624"/>
            <a:ext cx="557784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" y="3913632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8912" y="3913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391363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recomienda pentest de verificación tras remediación en 30 días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74320" y="4882896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UPSLP  ·  CNO IV Ciberseguridad  ·  Jesús Israel Martínez Escobedo  ·  Octubre 2026  ·  CONFIDENCIAL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736</Words>
  <Application>Microsoft Office PowerPoint</Application>
  <PresentationFormat>Presentación en pantalla (16:9)</PresentationFormat>
  <Paragraphs>236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Israel Martínez Escobedo</cp:lastModifiedBy>
  <cp:revision>2</cp:revision>
  <dcterms:created xsi:type="dcterms:W3CDTF">2026-10-01T08:55:51Z</dcterms:created>
  <dcterms:modified xsi:type="dcterms:W3CDTF">2026-10-01T09:02:57Z</dcterms:modified>
</cp:coreProperties>
</file>